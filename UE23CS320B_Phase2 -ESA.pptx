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5" r:id="rId6"/>
    <p:sldId id="274" r:id="rId7"/>
    <p:sldId id="275" r:id="rId8"/>
    <p:sldId id="267" r:id="rId9"/>
    <p:sldId id="268" r:id="rId10"/>
    <p:sldId id="269" r:id="rId11"/>
    <p:sldId id="270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izdKE9dx9Uz9naOc/FjUErABMn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400f311735_0_0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00" cy="41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03" name="Google Shape;203;g3400f31173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2F41E1E3-EBE2-9F3B-EE8A-D5B70E39D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400f311735_0_0:notes">
            <a:extLst>
              <a:ext uri="{FF2B5EF4-FFF2-40B4-BE49-F238E27FC236}">
                <a16:creationId xmlns:a16="http://schemas.microsoft.com/office/drawing/2014/main" id="{99324414-5764-5B79-5A33-AB95084781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00" cy="41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03" name="Google Shape;203;g3400f311735_0_0:notes">
            <a:extLst>
              <a:ext uri="{FF2B5EF4-FFF2-40B4-BE49-F238E27FC236}">
                <a16:creationId xmlns:a16="http://schemas.microsoft.com/office/drawing/2014/main" id="{A47061F3-5120-9D51-B662-C33A5768AB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04568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85657B3E-2D03-3089-43DD-4B42CD309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400f311735_0_0:notes">
            <a:extLst>
              <a:ext uri="{FF2B5EF4-FFF2-40B4-BE49-F238E27FC236}">
                <a16:creationId xmlns:a16="http://schemas.microsoft.com/office/drawing/2014/main" id="{68C77E7E-0B1C-20D1-BE97-82F07C19D8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00" cy="41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03" name="Google Shape;203;g3400f311735_0_0:notes">
            <a:extLst>
              <a:ext uri="{FF2B5EF4-FFF2-40B4-BE49-F238E27FC236}">
                <a16:creationId xmlns:a16="http://schemas.microsoft.com/office/drawing/2014/main" id="{5DDCDE09-C04F-7FAA-D8F8-93BB27AAB3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982293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268443d3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268443d32f_0_0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27" name="Google Shape;227;g3268443d32f_0_0:notes"/>
          <p:cNvSpPr txBox="1">
            <a:spLocks noGrp="1"/>
          </p:cNvSpPr>
          <p:nvPr>
            <p:ph type="sldNum" idx="12"/>
          </p:nvPr>
        </p:nvSpPr>
        <p:spPr>
          <a:xfrm>
            <a:off x="3970135" y="8829675"/>
            <a:ext cx="30387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9" name="Google Shape;23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7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7" name="Google Shape;47;p1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1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1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2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2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2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4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3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/>
          <p:nvPr/>
        </p:nvSpPr>
        <p:spPr>
          <a:xfrm>
            <a:off x="2388000" y="990600"/>
            <a:ext cx="7924800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</a:pPr>
            <a:r>
              <a:rPr lang="en-US" sz="28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UE23CS320B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– Capstone Project Phase – 2</a:t>
            </a:r>
            <a:endParaRPr sz="28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</a:pPr>
            <a:endParaRPr sz="28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SEMESTER - VI </a:t>
            </a:r>
            <a:endParaRPr sz="2800" dirty="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</a:pPr>
            <a:endParaRPr sz="2800" dirty="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END SEMESTER ASSESSMENT</a:t>
            </a:r>
            <a:r>
              <a:rPr lang="en-US" sz="2800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2800" dirty="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</a:pPr>
            <a:endParaRPr sz="2800" dirty="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1828800" y="4343401"/>
            <a:ext cx="8458200" cy="137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/>
              <a:buNone/>
            </a:pPr>
            <a:r>
              <a:rPr lang="en-US" sz="2400" b="0" i="0" u="none" strike="noStrike" cap="non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  </a:t>
            </a:r>
            <a:endParaRPr sz="2400" b="0" i="0" u="none" strike="noStrike" cap="non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/>
              <a:buNone/>
            </a:pPr>
            <a:r>
              <a:rPr lang="en-US" sz="2400" b="0" i="0" u="none" strike="noStrike" cap="non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ID       :      </a:t>
            </a:r>
            <a:endParaRPr sz="2400" b="0" i="0" u="none" strike="noStrike" cap="non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/>
              <a:buNone/>
            </a:pPr>
            <a:r>
              <a:rPr lang="en-US" sz="2400" b="0" i="0" u="none" strike="noStrike" cap="non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 :                  </a:t>
            </a:r>
            <a:endParaRPr sz="2400" b="0" i="0" u="none" strike="noStrike" cap="non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/>
              <a:buNone/>
            </a:pPr>
            <a:r>
              <a:rPr lang="en-US" sz="2400" b="0" i="0" u="none" strike="noStrike" cap="non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  : </a:t>
            </a:r>
            <a:endParaRPr sz="2000" b="0" i="0" u="none" strike="noStrike" cap="none">
              <a:solidFill>
                <a:srgbClr val="0033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7" name="Google Shape;107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/>
              <a:t>NAME1_NAME2_NAME3_NAME4</a:t>
            </a:r>
            <a:endParaRPr/>
          </a:p>
        </p:txBody>
      </p:sp>
      <p:sp>
        <p:nvSpPr>
          <p:cNvPr id="108" name="Google Shape;108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109" name="Google Shape;109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2800" y="87200"/>
            <a:ext cx="1615413" cy="740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/>
          <p:nvPr/>
        </p:nvSpPr>
        <p:spPr>
          <a:xfrm rot="10800000" flipH="1">
            <a:off x="2397760" y="1682981"/>
            <a:ext cx="8270240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906783" y="2032045"/>
            <a:ext cx="9305700" cy="3604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23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▪"/>
            </a:pPr>
            <a:r>
              <a:rPr lang="en-US" sz="2100" b="0" i="0" u="none" strike="noStrike" cap="none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scope.</a:t>
            </a:r>
            <a:endParaRPr sz="15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791" marR="0" lvl="0" indent="-3238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▪"/>
            </a:pPr>
            <a:r>
              <a:rPr lang="en-US" sz="2100" b="0" i="0" u="none" strike="noStrike" cap="none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Suggestions from phas</a:t>
            </a:r>
            <a:r>
              <a:rPr lang="en-US" sz="21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e-2 review 2</a:t>
            </a:r>
            <a:endParaRPr sz="2100" dirty="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3238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Trebuchet MS"/>
              <a:buChar char="▪"/>
            </a:pPr>
            <a:r>
              <a:rPr lang="en-US" sz="21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Implementation details (Technical)</a:t>
            </a:r>
          </a:p>
          <a:p>
            <a:pPr marL="685791" marR="0" lvl="0" indent="-3238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Trebuchet MS"/>
              <a:buChar char="▪"/>
            </a:pPr>
            <a:r>
              <a:rPr lang="en-US" sz="21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 and demo</a:t>
            </a:r>
            <a:endParaRPr sz="2100" dirty="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3238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▪"/>
            </a:pPr>
            <a:r>
              <a:rPr lang="en-US" sz="2100" b="0" i="0" u="none" strike="noStrike" cap="none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Progress Plan for Phase </a:t>
            </a:r>
            <a:r>
              <a:rPr lang="en-US" sz="21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3 and Phase 4</a:t>
            </a:r>
            <a:endParaRPr sz="2100" b="0" i="0" u="none" strike="noStrike" cap="none" dirty="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3238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▪"/>
            </a:pPr>
            <a:r>
              <a:rPr lang="en-US" sz="2100" b="0" i="0" u="none" strike="noStrike" cap="none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sz="15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100" b="0" i="0" u="none" strike="noStrike" cap="none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Any other Inform</a:t>
            </a:r>
            <a:r>
              <a:rPr lang="en-US" sz="2300" b="0" i="0" u="none" strike="noStrike" cap="none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ation</a:t>
            </a:r>
            <a:endParaRPr sz="17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4038601" y="785888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Outline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3506085" y="5480070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/>
              <a:t>NAME1_NAME2_NAME3_NAME4</a:t>
            </a:r>
            <a:endParaRPr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9900458" y="6546870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76201" y="15019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8650" y="47245"/>
            <a:ext cx="1883360" cy="862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1080144" y="2499635"/>
            <a:ext cx="8077200" cy="277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Well defined problem statement.</a:t>
            </a:r>
            <a:endParaRPr sz="1800" b="0" i="0" u="none" strike="noStrike" cap="none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 a basic introduction of the project and also an overview of scope it entails</a:t>
            </a:r>
            <a:r>
              <a:rPr lang="en-US" sz="2400" b="0" i="0" u="none" strike="noStrike" cap="none" dirty="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3048000" y="1143002"/>
            <a:ext cx="7620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/>
              <a:t>NAME1_NAME2_NAME3_NAME4</a:t>
            </a:r>
            <a:endParaRPr/>
          </a:p>
        </p:txBody>
      </p:sp>
      <p:sp>
        <p:nvSpPr>
          <p:cNvPr id="131" name="Google Shape;131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65226" y="119750"/>
            <a:ext cx="1829537" cy="838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1023364" y="2411362"/>
            <a:ext cx="9890442" cy="2261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 the suggestions and remarks given by the panel members. </a:t>
            </a:r>
            <a:endParaRPr sz="18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8491" marR="0" lvl="0" indent="-1905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Mention the feasibility on the same showing the progress.</a:t>
            </a:r>
            <a:endParaRPr sz="18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4191000" y="1143002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Suggestions from Phase 2- review </a:t>
            </a:r>
            <a:r>
              <a:rPr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/>
              <a:t>NAME1_NAME2_NAME3_NAME4</a:t>
            </a:r>
            <a:endParaRPr/>
          </a:p>
        </p:txBody>
      </p:sp>
      <p:sp>
        <p:nvSpPr>
          <p:cNvPr id="143" name="Google Shape;143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69475" y="115443"/>
            <a:ext cx="1891900" cy="866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400f311735_0_0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400f311735_0_0"/>
          <p:cNvSpPr txBox="1"/>
          <p:nvPr/>
        </p:nvSpPr>
        <p:spPr>
          <a:xfrm>
            <a:off x="4191000" y="1143000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 sz="24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Implementation Details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400f311735_0_0"/>
          <p:cNvSpPr txBox="1"/>
          <p:nvPr/>
        </p:nvSpPr>
        <p:spPr>
          <a:xfrm>
            <a:off x="1118849" y="2214312"/>
            <a:ext cx="10483215" cy="26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rPr lang="en-US" sz="2400" dirty="0">
                <a:solidFill>
                  <a:schemeClr val="accent2"/>
                </a:solidFill>
                <a:latin typeface="Trebuchet MS"/>
                <a:ea typeface="Calibri"/>
                <a:cs typeface="Calibri"/>
                <a:sym typeface="Trebuchet MS"/>
              </a:rPr>
              <a:t>Detailed Explanation of the methodology, code, benchmarking</a:t>
            </a:r>
            <a:endParaRPr sz="2400" b="0" i="0" u="none" strike="noStrike" cap="none" dirty="0">
              <a:solidFill>
                <a:srgbClr val="0033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400f311735_0_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/>
              <a:t>NAME1_NAME2_NAME3_NAME4</a:t>
            </a:r>
            <a:endParaRPr/>
          </a:p>
        </p:txBody>
      </p:sp>
      <p:sp>
        <p:nvSpPr>
          <p:cNvPr id="209" name="Google Shape;209;g3400f311735_0_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10" name="Google Shape;210;g3400f311735_0_0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g3400f31173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0450" y="63100"/>
            <a:ext cx="2162175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6CB48011-87FC-6DF6-A906-EE422BAC4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400f311735_0_0">
            <a:extLst>
              <a:ext uri="{FF2B5EF4-FFF2-40B4-BE49-F238E27FC236}">
                <a16:creationId xmlns:a16="http://schemas.microsoft.com/office/drawing/2014/main" id="{DACFD974-33C4-5C3D-2003-D8F142754995}"/>
              </a:ext>
            </a:extLst>
          </p:cNvPr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400f311735_0_0">
            <a:extLst>
              <a:ext uri="{FF2B5EF4-FFF2-40B4-BE49-F238E27FC236}">
                <a16:creationId xmlns:a16="http://schemas.microsoft.com/office/drawing/2014/main" id="{23007257-0E84-5A03-A3E3-07FD5A7BA998}"/>
              </a:ext>
            </a:extLst>
          </p:cNvPr>
          <p:cNvSpPr txBox="1"/>
          <p:nvPr/>
        </p:nvSpPr>
        <p:spPr>
          <a:xfrm>
            <a:off x="4191000" y="1143000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r">
              <a:buClr>
                <a:schemeClr val="dk1"/>
              </a:buClr>
              <a:buSzPts val="2400"/>
            </a:pPr>
            <a:r>
              <a:rPr lang="en-US" sz="2400" dirty="0"/>
              <a:t>Results and demo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400f311735_0_0">
            <a:extLst>
              <a:ext uri="{FF2B5EF4-FFF2-40B4-BE49-F238E27FC236}">
                <a16:creationId xmlns:a16="http://schemas.microsoft.com/office/drawing/2014/main" id="{14FC8C84-4212-B754-0D9B-AD7342AAC3EE}"/>
              </a:ext>
            </a:extLst>
          </p:cNvPr>
          <p:cNvSpPr txBox="1"/>
          <p:nvPr/>
        </p:nvSpPr>
        <p:spPr>
          <a:xfrm>
            <a:off x="1564886" y="2554219"/>
            <a:ext cx="6241928" cy="1012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  <a:latin typeface="Trebuchet MS"/>
                <a:ea typeface="Calibri"/>
                <a:cs typeface="Calibri"/>
              </a:rPr>
              <a:t>Tabular/visual, performance metrics</a:t>
            </a:r>
            <a:endParaRPr lang="en-IN" sz="2400" dirty="0">
              <a:solidFill>
                <a:schemeClr val="accent2"/>
              </a:solidFill>
              <a:latin typeface="Trebuchet MS"/>
              <a:ea typeface="Calibri"/>
              <a:cs typeface="Calibri"/>
            </a:endParaRPr>
          </a:p>
        </p:txBody>
      </p:sp>
      <p:sp>
        <p:nvSpPr>
          <p:cNvPr id="208" name="Google Shape;208;g3400f311735_0_0">
            <a:extLst>
              <a:ext uri="{FF2B5EF4-FFF2-40B4-BE49-F238E27FC236}">
                <a16:creationId xmlns:a16="http://schemas.microsoft.com/office/drawing/2014/main" id="{B296023B-5201-24C1-2638-3601175E62A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/>
              <a:t>NAME1_NAME2_NAME3_NAME4</a:t>
            </a:r>
            <a:endParaRPr/>
          </a:p>
        </p:txBody>
      </p:sp>
      <p:sp>
        <p:nvSpPr>
          <p:cNvPr id="209" name="Google Shape;209;g3400f311735_0_0">
            <a:extLst>
              <a:ext uri="{FF2B5EF4-FFF2-40B4-BE49-F238E27FC236}">
                <a16:creationId xmlns:a16="http://schemas.microsoft.com/office/drawing/2014/main" id="{3C9970FD-84E6-9B1D-6041-F5B1FF3A9E5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10" name="Google Shape;210;g3400f311735_0_0">
            <a:extLst>
              <a:ext uri="{FF2B5EF4-FFF2-40B4-BE49-F238E27FC236}">
                <a16:creationId xmlns:a16="http://schemas.microsoft.com/office/drawing/2014/main" id="{A490954A-002E-EAC1-BAD8-87F22B9A2B0E}"/>
              </a:ext>
            </a:extLst>
          </p:cNvPr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g3400f311735_0_0">
            <a:extLst>
              <a:ext uri="{FF2B5EF4-FFF2-40B4-BE49-F238E27FC236}">
                <a16:creationId xmlns:a16="http://schemas.microsoft.com/office/drawing/2014/main" id="{C8C8D6EF-5F6E-B71D-5F1E-4CA2453203A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0450" y="63100"/>
            <a:ext cx="2162175" cy="990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5919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53D5D1F5-BD76-4133-5B51-04D733366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400f311735_0_0">
            <a:extLst>
              <a:ext uri="{FF2B5EF4-FFF2-40B4-BE49-F238E27FC236}">
                <a16:creationId xmlns:a16="http://schemas.microsoft.com/office/drawing/2014/main" id="{38DC6521-AEBB-7A42-0ADE-DAF596F460CC}"/>
              </a:ext>
            </a:extLst>
          </p:cNvPr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400f311735_0_0">
            <a:extLst>
              <a:ext uri="{FF2B5EF4-FFF2-40B4-BE49-F238E27FC236}">
                <a16:creationId xmlns:a16="http://schemas.microsoft.com/office/drawing/2014/main" id="{BDDA84CD-C127-91A7-343E-7F0D0D0B21BA}"/>
              </a:ext>
            </a:extLst>
          </p:cNvPr>
          <p:cNvSpPr txBox="1"/>
          <p:nvPr/>
        </p:nvSpPr>
        <p:spPr>
          <a:xfrm>
            <a:off x="4191000" y="1143000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r"/>
            <a:r>
              <a:rPr lang="en-US" sz="2400" dirty="0">
                <a:solidFill>
                  <a:schemeClr val="dk1"/>
                </a:solidFill>
                <a:latin typeface="Trebuchet MS"/>
                <a:sym typeface="Trebuchet MS"/>
              </a:rPr>
              <a:t>Individual contribution</a:t>
            </a:r>
            <a:endParaRPr lang="en-US" sz="2400" dirty="0">
              <a:solidFill>
                <a:schemeClr val="dk1"/>
              </a:solidFill>
              <a:latin typeface="Trebuchet MS"/>
              <a:sym typeface="Calibri"/>
            </a:endParaRPr>
          </a:p>
        </p:txBody>
      </p:sp>
      <p:sp>
        <p:nvSpPr>
          <p:cNvPr id="207" name="Google Shape;207;g3400f311735_0_0">
            <a:extLst>
              <a:ext uri="{FF2B5EF4-FFF2-40B4-BE49-F238E27FC236}">
                <a16:creationId xmlns:a16="http://schemas.microsoft.com/office/drawing/2014/main" id="{02BBAD14-4661-641A-0DC8-4EAD6BAC703F}"/>
              </a:ext>
            </a:extLst>
          </p:cNvPr>
          <p:cNvSpPr txBox="1"/>
          <p:nvPr/>
        </p:nvSpPr>
        <p:spPr>
          <a:xfrm>
            <a:off x="1328910" y="2757640"/>
            <a:ext cx="9811037" cy="1351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/>
            <a:r>
              <a:rPr lang="en-US" sz="2400" dirty="0">
                <a:solidFill>
                  <a:schemeClr val="accent2"/>
                </a:solidFill>
                <a:latin typeface="Trebuchet MS"/>
                <a:sym typeface="Trebuchet MS"/>
              </a:rPr>
              <a:t>Contribution of individual member of the team for Phase-2 ESA</a:t>
            </a:r>
          </a:p>
        </p:txBody>
      </p:sp>
      <p:sp>
        <p:nvSpPr>
          <p:cNvPr id="208" name="Google Shape;208;g3400f311735_0_0">
            <a:extLst>
              <a:ext uri="{FF2B5EF4-FFF2-40B4-BE49-F238E27FC236}">
                <a16:creationId xmlns:a16="http://schemas.microsoft.com/office/drawing/2014/main" id="{F2A5587C-E762-8526-250C-7DDF86AFA2B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/>
              <a:t>NAME1_NAME2_NAME3_NAME4</a:t>
            </a:r>
            <a:endParaRPr/>
          </a:p>
        </p:txBody>
      </p:sp>
      <p:sp>
        <p:nvSpPr>
          <p:cNvPr id="209" name="Google Shape;209;g3400f311735_0_0">
            <a:extLst>
              <a:ext uri="{FF2B5EF4-FFF2-40B4-BE49-F238E27FC236}">
                <a16:creationId xmlns:a16="http://schemas.microsoft.com/office/drawing/2014/main" id="{F028489A-AFD0-9B5C-06A9-8EBFB8B7989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10" name="Google Shape;210;g3400f311735_0_0">
            <a:extLst>
              <a:ext uri="{FF2B5EF4-FFF2-40B4-BE49-F238E27FC236}">
                <a16:creationId xmlns:a16="http://schemas.microsoft.com/office/drawing/2014/main" id="{4BCDA7AA-3A0F-3EFA-3931-E94BC24076FC}"/>
              </a:ext>
            </a:extLst>
          </p:cNvPr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g3400f311735_0_0">
            <a:extLst>
              <a:ext uri="{FF2B5EF4-FFF2-40B4-BE49-F238E27FC236}">
                <a16:creationId xmlns:a16="http://schemas.microsoft.com/office/drawing/2014/main" id="{2F068C6E-529E-69AC-C455-A485A6FB6DB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0450" y="63100"/>
            <a:ext cx="2162175" cy="990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0633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268443d32f_0_0"/>
          <p:cNvSpPr/>
          <p:nvPr/>
        </p:nvSpPr>
        <p:spPr>
          <a:xfrm>
            <a:off x="3048000" y="1581151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268443d32f_0_0"/>
          <p:cNvSpPr txBox="1"/>
          <p:nvPr/>
        </p:nvSpPr>
        <p:spPr>
          <a:xfrm>
            <a:off x="3374570" y="1143001"/>
            <a:ext cx="7293429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Progress Plan for Phase </a:t>
            </a:r>
            <a:r>
              <a:rPr lang="en-US" sz="24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 and Phase 4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268443d32f_0_0"/>
          <p:cNvSpPr txBox="1"/>
          <p:nvPr/>
        </p:nvSpPr>
        <p:spPr>
          <a:xfrm>
            <a:off x="1416836" y="2923631"/>
            <a:ext cx="9477000" cy="1342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R</a:t>
            </a:r>
            <a:r>
              <a:rPr lang="en-US" sz="2400" b="0" i="0" u="none" strike="noStrike" cap="none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epresent Gantt chart indicating timelines.</a:t>
            </a:r>
            <a:endParaRPr sz="2400" b="0" i="0" u="none" strike="noStrike" cap="none" dirty="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2" name="Google Shape;232;g3268443d32f_0_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/>
              <a:t>NAME1_NAME2_NAME3_NAME4</a:t>
            </a:r>
            <a:endParaRPr/>
          </a:p>
        </p:txBody>
      </p:sp>
      <p:sp>
        <p:nvSpPr>
          <p:cNvPr id="233" name="Google Shape;233;g3268443d32f_0_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34" name="Google Shape;234;g3268443d32f_0_0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g3268443d32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40700" y="152393"/>
            <a:ext cx="2162175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 txBox="1"/>
          <p:nvPr/>
        </p:nvSpPr>
        <p:spPr>
          <a:xfrm>
            <a:off x="3842656" y="1143002"/>
            <a:ext cx="682534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 txBox="1"/>
          <p:nvPr/>
        </p:nvSpPr>
        <p:spPr>
          <a:xfrm>
            <a:off x="491612" y="2261895"/>
            <a:ext cx="11208775" cy="30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12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rPr lang="en-US" sz="2400" b="0" i="0" u="none" strike="noStrike" cap="none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 references pertaining to your research according to IEEE format.</a:t>
            </a:r>
            <a:endParaRPr sz="1800" b="0" i="0" u="none" strike="noStrike" cap="none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127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 dirty="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marR="0" lvl="0" indent="127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rPr lang="en-US" sz="2400" b="0" i="0" u="none" strike="noStrike" cap="none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 sz="1800" b="0" i="0" u="none" strike="noStrike" cap="none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127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G. Eason, B. Noble, and I. N. Sneddon, “On certain integrals of Lipschitz-Hankel type involving products of Bessel functions,” Phil. Trans. Roy. Soc. London, vol. A247, pp. 529–551, April 1955. 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(references)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marR="0" lvl="0" indent="127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 dirty="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077913" marR="0" lvl="1" indent="-265113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 dirty="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4" name="Google Shape;244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/>
              <a:t>NAME1_NAME2_NAME3_NAME4</a:t>
            </a:r>
            <a:endParaRPr/>
          </a:p>
        </p:txBody>
      </p:sp>
      <p:sp>
        <p:nvSpPr>
          <p:cNvPr id="245" name="Google Shape;245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46" name="Google Shape;246;p10"/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9901" y="85725"/>
            <a:ext cx="1829537" cy="838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 txBox="1"/>
          <p:nvPr/>
        </p:nvSpPr>
        <p:spPr>
          <a:xfrm>
            <a:off x="2895600" y="1143002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Any other information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 txBox="1"/>
          <p:nvPr/>
        </p:nvSpPr>
        <p:spPr>
          <a:xfrm>
            <a:off x="1058510" y="2498401"/>
            <a:ext cx="9497960" cy="2131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12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rPr lang="en-US" sz="2400" b="0" i="0" u="none" strike="noStrike" cap="none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 any other information you wish to add on.</a:t>
            </a:r>
            <a:endParaRPr sz="1800" b="0" i="0" u="none" strike="noStrike" cap="none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91" marR="0" lvl="0" indent="127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rPr lang="en-US" sz="2400" b="0" i="0" u="none" strike="noStrike" cap="none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800" b="0" i="0" u="none" strike="noStrike" cap="none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91" marR="0" lvl="0" indent="127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 dirty="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891" marR="0" lvl="0" indent="127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rPr lang="en-US" sz="2400" b="0" i="0" u="none" strike="noStrike" cap="none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Note: Changes can be made in the template, with the consent of the guide for inclusion of any other information.</a:t>
            </a:r>
            <a:endParaRPr sz="2400" b="0" i="0" u="none" strike="noStrike" cap="none" dirty="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5" name="Google Shape;255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/>
              <a:t>NAME1_NAME2_NAME3_NAME4</a:t>
            </a:r>
            <a:endParaRPr/>
          </a:p>
        </p:txBody>
      </p:sp>
      <p:sp>
        <p:nvSpPr>
          <p:cNvPr id="256" name="Google Shape;256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57" name="Google Shape;257;p11"/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0450" y="152399"/>
            <a:ext cx="2162175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"/>
          <p:cNvSpPr/>
          <p:nvPr/>
        </p:nvSpPr>
        <p:spPr>
          <a:xfrm>
            <a:off x="3156155" y="3352800"/>
            <a:ext cx="372191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rebuchet MS"/>
              <a:buNone/>
            </a:pPr>
            <a:r>
              <a:rPr lang="en-US" sz="4000" b="0" i="0" u="none" strike="noStrike" cap="none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sz="1800" b="0" i="0" u="none" strike="noStrike" cap="none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/>
              <a:t>NAME1_NAME2_NAME3_NAME4</a:t>
            </a:r>
            <a:endParaRPr/>
          </a:p>
        </p:txBody>
      </p:sp>
      <p:sp>
        <p:nvSpPr>
          <p:cNvPr id="265" name="Google Shape;265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389</Words>
  <Application>Microsoft Office PowerPoint</Application>
  <PresentationFormat>Widescreen</PresentationFormat>
  <Paragraphs>83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Noto Sans Symbols</vt:lpstr>
      <vt:lpstr>Trebuchet MS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account</dc:creator>
  <cp:lastModifiedBy>Gayathri R S</cp:lastModifiedBy>
  <cp:revision>19</cp:revision>
  <dcterms:created xsi:type="dcterms:W3CDTF">2023-02-02T07:40:50Z</dcterms:created>
  <dcterms:modified xsi:type="dcterms:W3CDTF">2026-04-06T06:58:42Z</dcterms:modified>
</cp:coreProperties>
</file>